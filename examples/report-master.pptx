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619523"/>
            <a:ext cx="10972800" cy="1000000"/>
          </a:xfrm>
        </p:spPr>
        <p:txBody>
          <a:bodyPr/>
          <a:lstStyle>
            <a:lvl1pPr algn="l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765827"/>
            <a:ext cx="10972800" cy="900000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57400"/>
            <a:ext cx="10972800" cy="800000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003704"/>
            <a:ext cx="10972800" cy="800000"/>
          </a:xfrm>
        </p:spPr>
        <p:txBody>
          <a:bodyPr anchor="b"/>
          <a:lstStyle>
            <a:lvl1pPr marL="0" indent="0" algn="l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ody-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95984"/>
            <a:ext cx="5303520" cy="48140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395984"/>
            <a:ext cx="5303520" cy="48140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640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95984"/>
            <a:ext cx="10972800" cy="481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39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520" indent="-22352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0" indent="-2032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A1A1A"/>
      </a:dk2>
      <a:lt2>
        <a:srgbClr val="F2F4F7"/>
      </a:lt2>
      <a:accent1>
        <a:srgbClr val="0B5FA5"/>
      </a:accent1>
      <a:accent2>
        <a:srgbClr val="4A7FB5"/>
      </a:accent2>
      <a:accent3>
        <a:srgbClr val="7FA3C4"/>
      </a:accent3>
      <a:accent4>
        <a:srgbClr val="6B7280"/>
      </a:accent4>
      <a:accent5>
        <a:srgbClr val="9CA3AF"/>
      </a:accent5>
      <a:accent6>
        <a:srgbClr val="D1D5DB"/>
      </a:accent6>
      <a:hlink>
        <a:srgbClr val="0000FF"/>
      </a:hlink>
      <a:folHlink>
        <a:srgbClr val="800080"/>
      </a:folHlink>
    </a:clrScheme>
    <a:fontScheme name="Office">
      <a:majorFont>
        <a:latin typeface="Helvetica Neue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