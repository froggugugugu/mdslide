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Cover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6" name="Logo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1188720" cy="1188720"/>
          </a:xfrm>
          <a:prstGeom prst="rect">
            <a:avLst/>
          </a:prstGeom>
        </p:spPr>
      </p:pic>
      <p:pic>
        <p:nvPicPr>
          <p:cNvPr id="907" name="Tile mountains" descr="Tile mountai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8640" y="457200"/>
            <a:ext cx="3566160" cy="1874519"/>
          </a:xfrm>
          <a:prstGeom prst="rect">
            <a:avLst/>
          </a:prstGeom>
        </p:spPr>
      </p:pic>
      <p:pic>
        <p:nvPicPr>
          <p:cNvPr id="908" name="Tile waves" descr="Tile wav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8640" y="2514600"/>
            <a:ext cx="3566160" cy="1874519"/>
          </a:xfrm>
          <a:prstGeom prst="rect">
            <a:avLst/>
          </a:prstGeom>
        </p:spPr>
      </p:pic>
      <p:pic>
        <p:nvPicPr>
          <p:cNvPr id="909" name="Tile grid" descr="Tile gri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8640" y="4572000"/>
            <a:ext cx="3566160" cy="18745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3931920"/>
            <a:ext cx="7132320" cy="1371600"/>
          </a:xfrm>
        </p:spPr>
        <p:txBody>
          <a:bodyPr anchor="b"/>
          <a:lstStyle>
            <a:lvl1pPr algn="l"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5349240"/>
            <a:ext cx="7132320" cy="100584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rgbClr val="DCE6F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ody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" name="Side band" descr="Side ba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2920"/>
            <a:ext cx="3840480" cy="5943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0" y="2377440"/>
            <a:ext cx="7315200" cy="1463040"/>
          </a:xfrm>
        </p:spPr>
        <p:txBody>
          <a:bodyPr anchor="t"/>
          <a:lstStyle>
            <a:lvl1pPr algn="l">
              <a:defRPr sz="3600" b="1" cap="all">
                <a:solidFill>
                  <a:srgbClr val="0B3D9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89120" y="3931920"/>
            <a:ext cx="7315200" cy="1097280"/>
          </a:xfrm>
        </p:spPr>
        <p:txBody>
          <a:bodyPr anchor="b"/>
          <a:lstStyle>
            <a:lvl1pPr marL="0" indent="0" algn="l">
              <a:buNone/>
              <a:defRPr sz="1600">
                <a:solidFill>
                  <a:srgbClr val="6E788C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Body-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783080"/>
            <a:ext cx="512064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9840" y="1783080"/>
            <a:ext cx="512064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Header band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2" name="Header pattern" descr="Header patter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502920"/>
          </a:xfrm>
          <a:prstGeom prst="rect">
            <a:avLst/>
          </a:prstGeom>
        </p:spPr>
      </p:pic>
      <p:pic>
        <p:nvPicPr>
          <p:cNvPr id="903" name="Logo small" descr="Logo small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69040" y="91440"/>
            <a:ext cx="320040" cy="320040"/>
          </a:xfrm>
          <a:prstGeom prst="rect">
            <a:avLst/>
          </a:prstGeom>
        </p:spPr>
      </p:pic>
      <p:sp>
        <p:nvSpPr>
          <p:cNvPr id="904" name="Footer band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5" name="Footer icon" descr="Footer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6519672"/>
            <a:ext cx="265176" cy="26517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85800"/>
            <a:ext cx="10728960" cy="10058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783080"/>
            <a:ext cx="10728960" cy="4526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98079" y="6446520"/>
            <a:ext cx="2926080" cy="411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6E788C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7240" y="6446520"/>
            <a:ext cx="6400800" cy="411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sz="900">
                <a:solidFill>
                  <a:srgbClr val="1B2A41"/>
                </a:solidFill>
              </a:rPr>
              <a:t>ACME Platform Engineering · 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07040" y="6446520"/>
            <a:ext cx="1188720" cy="411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6E788C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indent="-32512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3440" indent="-28448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5360" indent="-24384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00" indent="-24384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B2A41"/>
      </a:dk2>
      <a:lt2>
        <a:srgbClr val="EEF2F7"/>
      </a:lt2>
      <a:accent1>
        <a:srgbClr val="0B3D91"/>
      </a:accent1>
      <a:accent2>
        <a:srgbClr val="00A6A6"/>
      </a:accent2>
      <a:accent3>
        <a:srgbClr val="FF7A1A"/>
      </a:accent3>
      <a:accent4>
        <a:srgbClr val="7A5AF8"/>
      </a:accent4>
      <a:accent5>
        <a:srgbClr val="2ECC71"/>
      </a:accent5>
      <a:accent6>
        <a:srgbClr val="E63946"/>
      </a:accent6>
      <a:hlink>
        <a:srgbClr val="0000FF"/>
      </a:hlink>
      <a:folHlink>
        <a:srgbClr val="800080"/>
      </a:folHlink>
    </a:clrScheme>
    <a:fontScheme name="Office">
      <a:majorFont>
        <a:latin typeface="Avenir Next"/>
        <a:ea typeface=""/>
        <a:cs typeface=""/>
        <a:font script="Jpan" typeface="Hiragino Sans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venir Next"/>
        <a:ea typeface=""/>
        <a:cs typeface=""/>
        <a:font script="Jpan" typeface="Hiragino Sans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