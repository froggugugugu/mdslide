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619523"/>
            <a:ext cx="10728960" cy="160020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402603"/>
            <a:ext cx="10728960" cy="900000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ody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960" cy="1200000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440280"/>
            <a:ext cx="10728960" cy="800000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ody-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81200"/>
            <a:ext cx="5120640" cy="41313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9840" y="1981200"/>
            <a:ext cx="5120640" cy="41313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731520"/>
            <a:ext cx="10728960" cy="10058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81200"/>
            <a:ext cx="10728960" cy="4131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72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32512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3440" indent="-28448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5360" indent="-24384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indent="-24384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Helvetica Neue"/>
        <a:ea typeface="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